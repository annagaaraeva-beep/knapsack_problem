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1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96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Анна Габараєва" userId="a6da93ac75d890a3" providerId="LiveId" clId="{B2A3693D-378F-4238-A1CA-6DE89DE4FF41}"/>
    <pc:docChg chg="undo redo custSel addSld modSld">
      <pc:chgData name="Анна Габараєва" userId="a6da93ac75d890a3" providerId="LiveId" clId="{B2A3693D-378F-4238-A1CA-6DE89DE4FF41}" dt="2026-03-23T21:43:29.856" v="1798" actId="1076"/>
      <pc:docMkLst>
        <pc:docMk/>
      </pc:docMkLst>
      <pc:sldChg chg="modSp new mod">
        <pc:chgData name="Анна Габараєва" userId="a6da93ac75d890a3" providerId="LiveId" clId="{B2A3693D-378F-4238-A1CA-6DE89DE4FF41}" dt="2026-03-16T15:58:35.227" v="151" actId="27636"/>
        <pc:sldMkLst>
          <pc:docMk/>
          <pc:sldMk cId="2492137844" sldId="256"/>
        </pc:sldMkLst>
        <pc:spChg chg="mod">
          <ac:chgData name="Анна Габараєва" userId="a6da93ac75d890a3" providerId="LiveId" clId="{B2A3693D-378F-4238-A1CA-6DE89DE4FF41}" dt="2026-03-16T15:57:06.084" v="58" actId="20577"/>
          <ac:spMkLst>
            <pc:docMk/>
            <pc:sldMk cId="2492137844" sldId="256"/>
            <ac:spMk id="2" creationId="{8E49FE75-66A8-498E-B825-07B7E7F37CFD}"/>
          </ac:spMkLst>
        </pc:spChg>
        <pc:spChg chg="mod">
          <ac:chgData name="Анна Габараєва" userId="a6da93ac75d890a3" providerId="LiveId" clId="{B2A3693D-378F-4238-A1CA-6DE89DE4FF41}" dt="2026-03-16T15:58:35.227" v="151" actId="27636"/>
          <ac:spMkLst>
            <pc:docMk/>
            <pc:sldMk cId="2492137844" sldId="256"/>
            <ac:spMk id="3" creationId="{399EAAA2-3A8E-4E98-9908-861A56F760F6}"/>
          </ac:spMkLst>
        </pc:spChg>
      </pc:sldChg>
      <pc:sldChg chg="addSp delSp modSp new mod modClrScheme chgLayout">
        <pc:chgData name="Анна Габараєва" userId="a6da93ac75d890a3" providerId="LiveId" clId="{B2A3693D-378F-4238-A1CA-6DE89DE4FF41}" dt="2026-03-23T21:42:57.320" v="1796" actId="20577"/>
        <pc:sldMkLst>
          <pc:docMk/>
          <pc:sldMk cId="1328594918" sldId="257"/>
        </pc:sldMkLst>
        <pc:spChg chg="mod ord">
          <ac:chgData name="Анна Габараєва" userId="a6da93ac75d890a3" providerId="LiveId" clId="{B2A3693D-378F-4238-A1CA-6DE89DE4FF41}" dt="2026-03-16T15:59:50.896" v="174" actId="700"/>
          <ac:spMkLst>
            <pc:docMk/>
            <pc:sldMk cId="1328594918" sldId="257"/>
            <ac:spMk id="2" creationId="{4B5AE8FA-B262-43F7-BBD8-C894EFE18251}"/>
          </ac:spMkLst>
        </pc:spChg>
        <pc:spChg chg="del mod ord">
          <ac:chgData name="Анна Габараєва" userId="a6da93ac75d890a3" providerId="LiveId" clId="{B2A3693D-378F-4238-A1CA-6DE89DE4FF41}" dt="2026-03-16T15:59:50.896" v="174" actId="700"/>
          <ac:spMkLst>
            <pc:docMk/>
            <pc:sldMk cId="1328594918" sldId="257"/>
            <ac:spMk id="3" creationId="{9D24E719-0B20-4D90-B0AB-DB77D6C34778}"/>
          </ac:spMkLst>
        </pc:spChg>
        <pc:spChg chg="add mod ord">
          <ac:chgData name="Анна Габараєва" userId="a6da93ac75d890a3" providerId="LiveId" clId="{B2A3693D-378F-4238-A1CA-6DE89DE4FF41}" dt="2026-03-23T21:42:45.921" v="1790" actId="20577"/>
          <ac:spMkLst>
            <pc:docMk/>
            <pc:sldMk cId="1328594918" sldId="257"/>
            <ac:spMk id="4" creationId="{CA8F9F53-B0DD-438E-B465-BBB574350999}"/>
          </ac:spMkLst>
        </pc:spChg>
        <pc:spChg chg="add mod ord">
          <ac:chgData name="Анна Габараєва" userId="a6da93ac75d890a3" providerId="LiveId" clId="{B2A3693D-378F-4238-A1CA-6DE89DE4FF41}" dt="2026-03-23T21:42:57.320" v="1796" actId="20577"/>
          <ac:spMkLst>
            <pc:docMk/>
            <pc:sldMk cId="1328594918" sldId="257"/>
            <ac:spMk id="5" creationId="{EBDD2636-FCD8-4BCE-905E-CD7E471875F1}"/>
          </ac:spMkLst>
        </pc:spChg>
      </pc:sldChg>
      <pc:sldChg chg="addSp delSp modSp new mod modClrScheme chgLayout">
        <pc:chgData name="Анна Габараєва" userId="a6da93ac75d890a3" providerId="LiveId" clId="{B2A3693D-378F-4238-A1CA-6DE89DE4FF41}" dt="2026-03-23T16:21:11.176" v="1298" actId="255"/>
        <pc:sldMkLst>
          <pc:docMk/>
          <pc:sldMk cId="158969768" sldId="258"/>
        </pc:sldMkLst>
        <pc:spChg chg="del mod ord">
          <ac:chgData name="Анна Габараєва" userId="a6da93ac75d890a3" providerId="LiveId" clId="{B2A3693D-378F-4238-A1CA-6DE89DE4FF41}" dt="2026-03-16T16:07:44.046" v="259" actId="700"/>
          <ac:spMkLst>
            <pc:docMk/>
            <pc:sldMk cId="158969768" sldId="258"/>
            <ac:spMk id="2" creationId="{B2A3DA3B-637F-45F9-B73B-19EB9D9D1618}"/>
          </ac:spMkLst>
        </pc:spChg>
        <pc:spChg chg="del mod ord">
          <ac:chgData name="Анна Габараєва" userId="a6da93ac75d890a3" providerId="LiveId" clId="{B2A3693D-378F-4238-A1CA-6DE89DE4FF41}" dt="2026-03-16T16:07:44.046" v="259" actId="700"/>
          <ac:spMkLst>
            <pc:docMk/>
            <pc:sldMk cId="158969768" sldId="258"/>
            <ac:spMk id="3" creationId="{376E9AF4-A760-4208-A8D8-95868AAB6744}"/>
          </ac:spMkLst>
        </pc:spChg>
        <pc:spChg chg="del mod ord">
          <ac:chgData name="Анна Габараєва" userId="a6da93ac75d890a3" providerId="LiveId" clId="{B2A3693D-378F-4238-A1CA-6DE89DE4FF41}" dt="2026-03-16T16:07:44.046" v="259" actId="700"/>
          <ac:spMkLst>
            <pc:docMk/>
            <pc:sldMk cId="158969768" sldId="258"/>
            <ac:spMk id="4" creationId="{382C6582-F4BB-4EF9-9F0C-C3AB3C9ACD52}"/>
          </ac:spMkLst>
        </pc:spChg>
        <pc:spChg chg="add mod ord">
          <ac:chgData name="Анна Габараєва" userId="a6da93ac75d890a3" providerId="LiveId" clId="{B2A3693D-378F-4238-A1CA-6DE89DE4FF41}" dt="2026-03-16T16:07:51.569" v="269" actId="20577"/>
          <ac:spMkLst>
            <pc:docMk/>
            <pc:sldMk cId="158969768" sldId="258"/>
            <ac:spMk id="5" creationId="{91D8D39F-8841-4497-8552-00CCA6F05D3F}"/>
          </ac:spMkLst>
        </pc:spChg>
        <pc:spChg chg="add del mod ord">
          <ac:chgData name="Анна Габараєва" userId="a6da93ac75d890a3" providerId="LiveId" clId="{B2A3693D-378F-4238-A1CA-6DE89DE4FF41}" dt="2026-03-17T18:15:55.825" v="389"/>
          <ac:spMkLst>
            <pc:docMk/>
            <pc:sldMk cId="158969768" sldId="258"/>
            <ac:spMk id="6" creationId="{26BFB7CF-154C-4301-913D-07B1B843FC1F}"/>
          </ac:spMkLst>
        </pc:spChg>
        <pc:spChg chg="add mod ord">
          <ac:chgData name="Анна Габараєва" userId="a6da93ac75d890a3" providerId="LiveId" clId="{B2A3693D-378F-4238-A1CA-6DE89DE4FF41}" dt="2026-03-23T16:21:11.176" v="1298" actId="255"/>
          <ac:spMkLst>
            <pc:docMk/>
            <pc:sldMk cId="158969768" sldId="258"/>
            <ac:spMk id="7" creationId="{EF32D714-1653-4897-A730-FA1165D59416}"/>
          </ac:spMkLst>
        </pc:spChg>
        <pc:picChg chg="add mod">
          <ac:chgData name="Анна Габараєва" userId="a6da93ac75d890a3" providerId="LiveId" clId="{B2A3693D-378F-4238-A1CA-6DE89DE4FF41}" dt="2026-03-17T18:15:55.825" v="389"/>
          <ac:picMkLst>
            <pc:docMk/>
            <pc:sldMk cId="158969768" sldId="258"/>
            <ac:picMk id="3" creationId="{B6B043A6-D5FC-42FB-BFF1-285ED17B488E}"/>
          </ac:picMkLst>
        </pc:picChg>
      </pc:sldChg>
      <pc:sldChg chg="addSp delSp modSp new mod modClrScheme chgLayout">
        <pc:chgData name="Анна Габараєва" userId="a6da93ac75d890a3" providerId="LiveId" clId="{B2A3693D-378F-4238-A1CA-6DE89DE4FF41}" dt="2026-03-23T15:43:13.874" v="696" actId="20577"/>
        <pc:sldMkLst>
          <pc:docMk/>
          <pc:sldMk cId="543152759" sldId="259"/>
        </pc:sldMkLst>
        <pc:spChg chg="del mod ord">
          <ac:chgData name="Анна Габараєва" userId="a6da93ac75d890a3" providerId="LiveId" clId="{B2A3693D-378F-4238-A1CA-6DE89DE4FF41}" dt="2026-03-16T16:08:43.938" v="271" actId="700"/>
          <ac:spMkLst>
            <pc:docMk/>
            <pc:sldMk cId="543152759" sldId="259"/>
            <ac:spMk id="2" creationId="{32A47E2E-9434-438E-A5E2-C44ACFDCD407}"/>
          </ac:spMkLst>
        </pc:spChg>
        <pc:spChg chg="del mod ord">
          <ac:chgData name="Анна Габараєва" userId="a6da93ac75d890a3" providerId="LiveId" clId="{B2A3693D-378F-4238-A1CA-6DE89DE4FF41}" dt="2026-03-16T16:08:43.938" v="271" actId="700"/>
          <ac:spMkLst>
            <pc:docMk/>
            <pc:sldMk cId="543152759" sldId="259"/>
            <ac:spMk id="3" creationId="{08F8560F-65DF-4322-9901-F02ED304D02D}"/>
          </ac:spMkLst>
        </pc:spChg>
        <pc:spChg chg="del">
          <ac:chgData name="Анна Габараєва" userId="a6da93ac75d890a3" providerId="LiveId" clId="{B2A3693D-378F-4238-A1CA-6DE89DE4FF41}" dt="2026-03-16T16:08:43.938" v="271" actId="700"/>
          <ac:spMkLst>
            <pc:docMk/>
            <pc:sldMk cId="543152759" sldId="259"/>
            <ac:spMk id="4" creationId="{01143A36-ABE6-4A35-B199-33B7A6952080}"/>
          </ac:spMkLst>
        </pc:spChg>
        <pc:spChg chg="add mod ord">
          <ac:chgData name="Анна Габараєва" userId="a6da93ac75d890a3" providerId="LiveId" clId="{B2A3693D-378F-4238-A1CA-6DE89DE4FF41}" dt="2026-03-16T16:08:54.532" v="292" actId="313"/>
          <ac:spMkLst>
            <pc:docMk/>
            <pc:sldMk cId="543152759" sldId="259"/>
            <ac:spMk id="5" creationId="{30AE2609-0962-4959-AEDF-8B6153B0CC65}"/>
          </ac:spMkLst>
        </pc:spChg>
        <pc:spChg chg="add mod ord">
          <ac:chgData name="Анна Габараєва" userId="a6da93ac75d890a3" providerId="LiveId" clId="{B2A3693D-378F-4238-A1CA-6DE89DE4FF41}" dt="2026-03-23T15:43:13.874" v="696" actId="20577"/>
          <ac:spMkLst>
            <pc:docMk/>
            <pc:sldMk cId="543152759" sldId="259"/>
            <ac:spMk id="6" creationId="{AAB2088F-AD06-4973-BF6D-922873974F40}"/>
          </ac:spMkLst>
        </pc:spChg>
      </pc:sldChg>
      <pc:sldChg chg="addSp modSp new mod">
        <pc:chgData name="Анна Габараєва" userId="a6da93ac75d890a3" providerId="LiveId" clId="{B2A3693D-378F-4238-A1CA-6DE89DE4FF41}" dt="2026-03-23T21:43:13.481" v="1797" actId="20577"/>
        <pc:sldMkLst>
          <pc:docMk/>
          <pc:sldMk cId="3858096308" sldId="260"/>
        </pc:sldMkLst>
        <pc:spChg chg="mod">
          <ac:chgData name="Анна Габараєва" userId="a6da93ac75d890a3" providerId="LiveId" clId="{B2A3693D-378F-4238-A1CA-6DE89DE4FF41}" dt="2026-03-16T16:09:48.951" v="324" actId="20577"/>
          <ac:spMkLst>
            <pc:docMk/>
            <pc:sldMk cId="3858096308" sldId="260"/>
            <ac:spMk id="2" creationId="{95114D31-CAEE-4CA7-A420-6C6E0D1673EA}"/>
          </ac:spMkLst>
        </pc:spChg>
        <pc:spChg chg="mod">
          <ac:chgData name="Анна Габараєва" userId="a6da93ac75d890a3" providerId="LiveId" clId="{B2A3693D-378F-4238-A1CA-6DE89DE4FF41}" dt="2026-03-23T21:43:13.481" v="1797" actId="20577"/>
          <ac:spMkLst>
            <pc:docMk/>
            <pc:sldMk cId="3858096308" sldId="260"/>
            <ac:spMk id="3" creationId="{F338BCF4-A40D-49BA-811E-C32172DB4D8D}"/>
          </ac:spMkLst>
        </pc:spChg>
        <pc:picChg chg="add mod">
          <ac:chgData name="Анна Габараєва" userId="a6da93ac75d890a3" providerId="LiveId" clId="{B2A3693D-378F-4238-A1CA-6DE89DE4FF41}" dt="2026-03-23T15:58:47.124" v="834" actId="1076"/>
          <ac:picMkLst>
            <pc:docMk/>
            <pc:sldMk cId="3858096308" sldId="260"/>
            <ac:picMk id="5" creationId="{D93F390D-E9C0-47A9-A7F3-529ECEA9D5F7}"/>
          </ac:picMkLst>
        </pc:picChg>
      </pc:sldChg>
      <pc:sldChg chg="modSp new mod">
        <pc:chgData name="Анна Габараєва" userId="a6da93ac75d890a3" providerId="LiveId" clId="{B2A3693D-378F-4238-A1CA-6DE89DE4FF41}" dt="2026-03-23T16:17:58.613" v="1276" actId="20577"/>
        <pc:sldMkLst>
          <pc:docMk/>
          <pc:sldMk cId="3948267446" sldId="261"/>
        </pc:sldMkLst>
        <pc:spChg chg="mod">
          <ac:chgData name="Анна Габараєва" userId="a6da93ac75d890a3" providerId="LiveId" clId="{B2A3693D-378F-4238-A1CA-6DE89DE4FF41}" dt="2026-03-23T16:11:25.910" v="1026" actId="20577"/>
          <ac:spMkLst>
            <pc:docMk/>
            <pc:sldMk cId="3948267446" sldId="261"/>
            <ac:spMk id="2" creationId="{13EFCF13-3905-4CB8-A29A-73A85C8D21A2}"/>
          </ac:spMkLst>
        </pc:spChg>
        <pc:spChg chg="mod">
          <ac:chgData name="Анна Габараєва" userId="a6da93ac75d890a3" providerId="LiveId" clId="{B2A3693D-378F-4238-A1CA-6DE89DE4FF41}" dt="2026-03-23T16:17:58.613" v="1276" actId="20577"/>
          <ac:spMkLst>
            <pc:docMk/>
            <pc:sldMk cId="3948267446" sldId="261"/>
            <ac:spMk id="3" creationId="{5E60CE85-E299-4611-9D82-88C3DAE3BFA3}"/>
          </ac:spMkLst>
        </pc:spChg>
      </pc:sldChg>
      <pc:sldChg chg="addSp delSp modSp add mod">
        <pc:chgData name="Анна Габараєва" userId="a6da93ac75d890a3" providerId="LiveId" clId="{B2A3693D-378F-4238-A1CA-6DE89DE4FF41}" dt="2026-03-23T16:00:41.408" v="873" actId="1076"/>
        <pc:sldMkLst>
          <pc:docMk/>
          <pc:sldMk cId="1080843385" sldId="262"/>
        </pc:sldMkLst>
        <pc:spChg chg="mod">
          <ac:chgData name="Анна Габараєва" userId="a6da93ac75d890a3" providerId="LiveId" clId="{B2A3693D-378F-4238-A1CA-6DE89DE4FF41}" dt="2026-03-23T16:00:24.986" v="869" actId="20577"/>
          <ac:spMkLst>
            <pc:docMk/>
            <pc:sldMk cId="1080843385" sldId="262"/>
            <ac:spMk id="3" creationId="{F338BCF4-A40D-49BA-811E-C32172DB4D8D}"/>
          </ac:spMkLst>
        </pc:spChg>
        <pc:picChg chg="del">
          <ac:chgData name="Анна Габараєва" userId="a6da93ac75d890a3" providerId="LiveId" clId="{B2A3693D-378F-4238-A1CA-6DE89DE4FF41}" dt="2026-03-23T15:59:35.354" v="848" actId="478"/>
          <ac:picMkLst>
            <pc:docMk/>
            <pc:sldMk cId="1080843385" sldId="262"/>
            <ac:picMk id="5" creationId="{D93F390D-E9C0-47A9-A7F3-529ECEA9D5F7}"/>
          </ac:picMkLst>
        </pc:picChg>
        <pc:picChg chg="add mod">
          <ac:chgData name="Анна Габараєва" userId="a6da93ac75d890a3" providerId="LiveId" clId="{B2A3693D-378F-4238-A1CA-6DE89DE4FF41}" dt="2026-03-23T16:00:41.408" v="873" actId="1076"/>
          <ac:picMkLst>
            <pc:docMk/>
            <pc:sldMk cId="1080843385" sldId="262"/>
            <ac:picMk id="6" creationId="{3DD423B0-7622-45C0-8463-0CB1394E825D}"/>
          </ac:picMkLst>
        </pc:picChg>
      </pc:sldChg>
      <pc:sldChg chg="addSp delSp modSp add mod">
        <pc:chgData name="Анна Габараєва" userId="a6da93ac75d890a3" providerId="LiveId" clId="{B2A3693D-378F-4238-A1CA-6DE89DE4FF41}" dt="2026-03-23T16:01:52.951" v="888" actId="1076"/>
        <pc:sldMkLst>
          <pc:docMk/>
          <pc:sldMk cId="1854067658" sldId="263"/>
        </pc:sldMkLst>
        <pc:spChg chg="mod">
          <ac:chgData name="Анна Габараєва" userId="a6da93ac75d890a3" providerId="LiveId" clId="{B2A3693D-378F-4238-A1CA-6DE89DE4FF41}" dt="2026-03-23T16:01:18.134" v="883" actId="20577"/>
          <ac:spMkLst>
            <pc:docMk/>
            <pc:sldMk cId="1854067658" sldId="263"/>
            <ac:spMk id="3" creationId="{F338BCF4-A40D-49BA-811E-C32172DB4D8D}"/>
          </ac:spMkLst>
        </pc:spChg>
        <pc:picChg chg="add mod">
          <ac:chgData name="Анна Габараєва" userId="a6da93ac75d890a3" providerId="LiveId" clId="{B2A3693D-378F-4238-A1CA-6DE89DE4FF41}" dt="2026-03-23T16:01:52.951" v="888" actId="1076"/>
          <ac:picMkLst>
            <pc:docMk/>
            <pc:sldMk cId="1854067658" sldId="263"/>
            <ac:picMk id="5" creationId="{F7571C0F-1A01-4036-9AED-EF9A04A4CD99}"/>
          </ac:picMkLst>
        </pc:picChg>
        <pc:picChg chg="del">
          <ac:chgData name="Анна Габараєва" userId="a6da93ac75d890a3" providerId="LiveId" clId="{B2A3693D-378F-4238-A1CA-6DE89DE4FF41}" dt="2026-03-23T16:01:25.138" v="884" actId="478"/>
          <ac:picMkLst>
            <pc:docMk/>
            <pc:sldMk cId="1854067658" sldId="263"/>
            <ac:picMk id="6" creationId="{3DD423B0-7622-45C0-8463-0CB1394E825D}"/>
          </ac:picMkLst>
        </pc:picChg>
      </pc:sldChg>
      <pc:sldChg chg="addSp delSp modSp add mod">
        <pc:chgData name="Анна Габараєва" userId="a6da93ac75d890a3" providerId="LiveId" clId="{B2A3693D-378F-4238-A1CA-6DE89DE4FF41}" dt="2026-03-23T16:03:18.939" v="923" actId="1076"/>
        <pc:sldMkLst>
          <pc:docMk/>
          <pc:sldMk cId="2749194773" sldId="264"/>
        </pc:sldMkLst>
        <pc:spChg chg="mod">
          <ac:chgData name="Анна Габараєва" userId="a6da93ac75d890a3" providerId="LiveId" clId="{B2A3693D-378F-4238-A1CA-6DE89DE4FF41}" dt="2026-03-23T16:02:52.990" v="919" actId="20577"/>
          <ac:spMkLst>
            <pc:docMk/>
            <pc:sldMk cId="2749194773" sldId="264"/>
            <ac:spMk id="3" creationId="{F338BCF4-A40D-49BA-811E-C32172DB4D8D}"/>
          </ac:spMkLst>
        </pc:spChg>
        <pc:picChg chg="del">
          <ac:chgData name="Анна Габараєва" userId="a6da93ac75d890a3" providerId="LiveId" clId="{B2A3693D-378F-4238-A1CA-6DE89DE4FF41}" dt="2026-03-23T16:02:45.418" v="908" actId="478"/>
          <ac:picMkLst>
            <pc:docMk/>
            <pc:sldMk cId="2749194773" sldId="264"/>
            <ac:picMk id="5" creationId="{F7571C0F-1A01-4036-9AED-EF9A04A4CD99}"/>
          </ac:picMkLst>
        </pc:picChg>
        <pc:picChg chg="add del">
          <ac:chgData name="Анна Габараєва" userId="a6da93ac75d890a3" providerId="LiveId" clId="{B2A3693D-378F-4238-A1CA-6DE89DE4FF41}" dt="2026-03-23T16:02:17.698" v="895" actId="22"/>
          <ac:picMkLst>
            <pc:docMk/>
            <pc:sldMk cId="2749194773" sldId="264"/>
            <ac:picMk id="6" creationId="{679289E5-CB23-4C53-AA9D-A72098D433AB}"/>
          </ac:picMkLst>
        </pc:picChg>
        <pc:picChg chg="add mod">
          <ac:chgData name="Анна Габараєва" userId="a6da93ac75d890a3" providerId="LiveId" clId="{B2A3693D-378F-4238-A1CA-6DE89DE4FF41}" dt="2026-03-23T16:03:18.939" v="923" actId="1076"/>
          <ac:picMkLst>
            <pc:docMk/>
            <pc:sldMk cId="2749194773" sldId="264"/>
            <ac:picMk id="8" creationId="{4BD5AA15-C615-4A7A-925F-2287DAE47070}"/>
          </ac:picMkLst>
        </pc:picChg>
      </pc:sldChg>
      <pc:sldChg chg="addSp delSp modSp add mod">
        <pc:chgData name="Анна Габараєва" userId="a6da93ac75d890a3" providerId="LiveId" clId="{B2A3693D-378F-4238-A1CA-6DE89DE4FF41}" dt="2026-03-23T21:43:29.856" v="1798" actId="1076"/>
        <pc:sldMkLst>
          <pc:docMk/>
          <pc:sldMk cId="3048967066" sldId="265"/>
        </pc:sldMkLst>
        <pc:spChg chg="mod">
          <ac:chgData name="Анна Габараєва" userId="a6da93ac75d890a3" providerId="LiveId" clId="{B2A3693D-378F-4238-A1CA-6DE89DE4FF41}" dt="2026-03-23T16:03:47.567" v="928" actId="20577"/>
          <ac:spMkLst>
            <pc:docMk/>
            <pc:sldMk cId="3048967066" sldId="265"/>
            <ac:spMk id="3" creationId="{F338BCF4-A40D-49BA-811E-C32172DB4D8D}"/>
          </ac:spMkLst>
        </pc:spChg>
        <pc:picChg chg="add mod">
          <ac:chgData name="Анна Габараєва" userId="a6da93ac75d890a3" providerId="LiveId" clId="{B2A3693D-378F-4238-A1CA-6DE89DE4FF41}" dt="2026-03-23T21:43:29.856" v="1798" actId="1076"/>
          <ac:picMkLst>
            <pc:docMk/>
            <pc:sldMk cId="3048967066" sldId="265"/>
            <ac:picMk id="5" creationId="{5C755885-9064-4341-8806-AF79F5B0A9FF}"/>
          </ac:picMkLst>
        </pc:picChg>
        <pc:picChg chg="del">
          <ac:chgData name="Анна Габараєва" userId="a6da93ac75d890a3" providerId="LiveId" clId="{B2A3693D-378F-4238-A1CA-6DE89DE4FF41}" dt="2026-03-23T16:03:50.313" v="929" actId="478"/>
          <ac:picMkLst>
            <pc:docMk/>
            <pc:sldMk cId="3048967066" sldId="265"/>
            <ac:picMk id="8" creationId="{4BD5AA15-C615-4A7A-925F-2287DAE47070}"/>
          </ac:picMkLst>
        </pc:picChg>
      </pc:sldChg>
      <pc:sldChg chg="addSp delSp modSp add mod">
        <pc:chgData name="Анна Габараєва" userId="a6da93ac75d890a3" providerId="LiveId" clId="{B2A3693D-378F-4238-A1CA-6DE89DE4FF41}" dt="2026-03-23T16:06:51.467" v="1008" actId="1076"/>
        <pc:sldMkLst>
          <pc:docMk/>
          <pc:sldMk cId="2519314151" sldId="266"/>
        </pc:sldMkLst>
        <pc:spChg chg="mod">
          <ac:chgData name="Анна Габараєва" userId="a6da93ac75d890a3" providerId="LiveId" clId="{B2A3693D-378F-4238-A1CA-6DE89DE4FF41}" dt="2026-03-23T16:05:09.264" v="1000" actId="313"/>
          <ac:spMkLst>
            <pc:docMk/>
            <pc:sldMk cId="2519314151" sldId="266"/>
            <ac:spMk id="3" creationId="{F338BCF4-A40D-49BA-811E-C32172DB4D8D}"/>
          </ac:spMkLst>
        </pc:spChg>
        <pc:picChg chg="del">
          <ac:chgData name="Анна Габараєва" userId="a6da93ac75d890a3" providerId="LiveId" clId="{B2A3693D-378F-4238-A1CA-6DE89DE4FF41}" dt="2026-03-23T16:04:36.707" v="935" actId="478"/>
          <ac:picMkLst>
            <pc:docMk/>
            <pc:sldMk cId="2519314151" sldId="266"/>
            <ac:picMk id="5" creationId="{5C755885-9064-4341-8806-AF79F5B0A9FF}"/>
          </ac:picMkLst>
        </pc:picChg>
        <pc:picChg chg="add del mod">
          <ac:chgData name="Анна Габараєва" userId="a6da93ac75d890a3" providerId="LiveId" clId="{B2A3693D-378F-4238-A1CA-6DE89DE4FF41}" dt="2026-03-23T16:05:53.591" v="1003" actId="478"/>
          <ac:picMkLst>
            <pc:docMk/>
            <pc:sldMk cId="2519314151" sldId="266"/>
            <ac:picMk id="6" creationId="{1707B689-6BDC-4FCF-B2F4-F67768D4A911}"/>
          </ac:picMkLst>
        </pc:picChg>
        <pc:picChg chg="add del mod">
          <ac:chgData name="Анна Габараєва" userId="a6da93ac75d890a3" providerId="LiveId" clId="{B2A3693D-378F-4238-A1CA-6DE89DE4FF41}" dt="2026-03-23T16:06:23.204" v="1006" actId="478"/>
          <ac:picMkLst>
            <pc:docMk/>
            <pc:sldMk cId="2519314151" sldId="266"/>
            <ac:picMk id="8" creationId="{6128D5DD-354F-4A9E-9869-7F11233415B8}"/>
          </ac:picMkLst>
        </pc:picChg>
        <pc:picChg chg="add mod">
          <ac:chgData name="Анна Габараєва" userId="a6da93ac75d890a3" providerId="LiveId" clId="{B2A3693D-378F-4238-A1CA-6DE89DE4FF41}" dt="2026-03-23T16:06:51.467" v="1008" actId="1076"/>
          <ac:picMkLst>
            <pc:docMk/>
            <pc:sldMk cId="2519314151" sldId="266"/>
            <ac:picMk id="10" creationId="{46F7A25D-A8ED-4AED-B072-9B0E9F22E2A9}"/>
          </ac:picMkLst>
        </pc:picChg>
      </pc:sldChg>
      <pc:sldChg chg="modSp add mod">
        <pc:chgData name="Анна Габараєва" userId="a6da93ac75d890a3" providerId="LiveId" clId="{B2A3693D-378F-4238-A1CA-6DE89DE4FF41}" dt="2026-03-23T21:42:12.056" v="1789" actId="14100"/>
        <pc:sldMkLst>
          <pc:docMk/>
          <pc:sldMk cId="1636769313" sldId="267"/>
        </pc:sldMkLst>
        <pc:spChg chg="mod">
          <ac:chgData name="Анна Габараєва" userId="a6da93ac75d890a3" providerId="LiveId" clId="{B2A3693D-378F-4238-A1CA-6DE89DE4FF41}" dt="2026-03-23T16:18:20.806" v="1297" actId="20577"/>
          <ac:spMkLst>
            <pc:docMk/>
            <pc:sldMk cId="1636769313" sldId="267"/>
            <ac:spMk id="2" creationId="{13EFCF13-3905-4CB8-A29A-73A85C8D21A2}"/>
          </ac:spMkLst>
        </pc:spChg>
        <pc:spChg chg="mod">
          <ac:chgData name="Анна Габараєва" userId="a6da93ac75d890a3" providerId="LiveId" clId="{B2A3693D-378F-4238-A1CA-6DE89DE4FF41}" dt="2026-03-23T21:42:12.056" v="1789" actId="14100"/>
          <ac:spMkLst>
            <pc:docMk/>
            <pc:sldMk cId="1636769313" sldId="267"/>
            <ac:spMk id="3" creationId="{5E60CE85-E299-4611-9D82-88C3DAE3BFA3}"/>
          </ac:spMkLst>
        </pc:spChg>
      </pc:sldChg>
      <pc:sldMasterChg chg="addSldLayout">
        <pc:chgData name="Анна Габараєва" userId="a6da93ac75d890a3" providerId="LiveId" clId="{B2A3693D-378F-4238-A1CA-6DE89DE4FF41}" dt="2026-03-16T15:55:24.987" v="0" actId="680"/>
        <pc:sldMasterMkLst>
          <pc:docMk/>
          <pc:sldMasterMk cId="2646196340" sldId="2147483648"/>
        </pc:sldMasterMkLst>
        <pc:sldLayoutChg chg="add">
          <pc:chgData name="Анна Габараєва" userId="a6da93ac75d890a3" providerId="LiveId" clId="{B2A3693D-378F-4238-A1CA-6DE89DE4FF41}" dt="2026-03-16T15:55:24.987" v="0" actId="680"/>
          <pc:sldLayoutMkLst>
            <pc:docMk/>
            <pc:sldMasterMk cId="2646196340" sldId="2147483648"/>
            <pc:sldLayoutMk cId="268501334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419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615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091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128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84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404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903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869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403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фотографі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0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Назва та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2317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Цитата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9678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Картка назв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6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8368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колонки з малю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048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5995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304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55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TTzNMHM05I" TargetMode="External"/><Relationship Id="rId2" Type="http://schemas.openxmlformats.org/officeDocument/2006/relationships/hyperlink" Target="https://ua.linkedin.com/pulse/knapsack-problem-brute-force-vs-dynamic-programming-ouma-winnie-8fvtf?tl=uk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yV1d-b_NeK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9FE75-66A8-498E-B825-07B7E7F37C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/>
              <a:t>Вичерпний перебір. Задача про рюкзак методом грубої сили</a:t>
            </a:r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99EAAA2-3A8E-4E98-9908-861A56F76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uk-UA" dirty="0"/>
              <a:t>Підготувала студентка КМ-52</a:t>
            </a:r>
            <a:br>
              <a:rPr lang="uk-UA" dirty="0"/>
            </a:br>
            <a:r>
              <a:rPr lang="uk-UA" dirty="0"/>
              <a:t>Габараєва Анна Андріївна </a:t>
            </a:r>
          </a:p>
          <a:p>
            <a:r>
              <a:rPr lang="uk-UA" dirty="0"/>
              <a:t>2026 рік</a:t>
            </a:r>
          </a:p>
        </p:txBody>
      </p:sp>
    </p:spTree>
    <p:extLst>
      <p:ext uri="{BB962C8B-B14F-4D97-AF65-F5344CB8AC3E}">
        <p14:creationId xmlns:p14="http://schemas.microsoft.com/office/powerpoint/2010/main" val="24921378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5AE8FA-B262-43F7-BBD8-C894EFE18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Основні терміни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CA8F9F53-B0DD-438E-B465-BBB5743509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uk-UA" b="1" dirty="0">
                <a:solidFill>
                  <a:schemeClr val="tx1"/>
                </a:solidFill>
              </a:rPr>
              <a:t>Вичерпний перебір 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uk-UA" dirty="0">
                <a:solidFill>
                  <a:schemeClr val="tx1"/>
                </a:solidFill>
              </a:rPr>
              <a:t> це підхід з використанням грубої сили для вирішення комбінаторних завдань. Він припускає генерацію усіх комбінаторних об'єктів задачі, вибір серед них тих, які задовольняють обмеженням з умов задачі, і подальший пошук потрібного об'єкта.</a:t>
            </a:r>
          </a:p>
        </p:txBody>
      </p:sp>
      <p:sp>
        <p:nvSpPr>
          <p:cNvPr id="5" name="Місце для вмісту 4">
            <a:extLst>
              <a:ext uri="{FF2B5EF4-FFF2-40B4-BE49-F238E27FC236}">
                <a16:creationId xmlns:a16="http://schemas.microsoft.com/office/drawing/2014/main" id="{EBDD2636-FCD8-4BCE-905E-CD7E471875F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uk-UA" b="1" dirty="0">
                <a:solidFill>
                  <a:schemeClr val="tx1"/>
                </a:solidFill>
              </a:rPr>
              <a:t>Метод грубої сили </a:t>
            </a:r>
            <a:r>
              <a:rPr lang="en-US" dirty="0">
                <a:solidFill>
                  <a:schemeClr val="tx1"/>
                </a:solidFill>
              </a:rPr>
              <a:t>-</a:t>
            </a:r>
            <a:r>
              <a:rPr lang="uk-UA" dirty="0">
                <a:solidFill>
                  <a:schemeClr val="tx1"/>
                </a:solidFill>
              </a:rPr>
              <a:t> це прямолінійний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uk-UA" dirty="0">
                <a:solidFill>
                  <a:schemeClr val="tx1"/>
                </a:solidFill>
              </a:rPr>
              <a:t>підхід</a:t>
            </a:r>
            <a:r>
              <a:rPr lang="ru-RU" dirty="0">
                <a:solidFill>
                  <a:schemeClr val="tx1"/>
                </a:solidFill>
              </a:rPr>
              <a:t> до розв’язання задач, який полягає в систематичному переборі всіх можливих варіантів до знаходження правильного рішення.</a:t>
            </a:r>
            <a:endParaRPr lang="uk-U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594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1D8D39F-8841-4497-8552-00CCA6F0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Задача</a:t>
            </a:r>
          </a:p>
        </p:txBody>
      </p:sp>
      <p:pic>
        <p:nvPicPr>
          <p:cNvPr id="3" name="Місце для вмісту 2">
            <a:extLst>
              <a:ext uri="{FF2B5EF4-FFF2-40B4-BE49-F238E27FC236}">
                <a16:creationId xmlns:a16="http://schemas.microsoft.com/office/drawing/2014/main" id="{B6B043A6-D5FC-42FB-BFF1-285ED17B48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675" y="1482297"/>
            <a:ext cx="5189538" cy="4503005"/>
          </a:xfrm>
        </p:spPr>
      </p:pic>
      <p:sp>
        <p:nvSpPr>
          <p:cNvPr id="7" name="Місце для тексту 6">
            <a:extLst>
              <a:ext uri="{FF2B5EF4-FFF2-40B4-BE49-F238E27FC236}">
                <a16:creationId xmlns:a16="http://schemas.microsoft.com/office/drawing/2014/main" id="{EF32D714-1653-4897-A730-FA1165D59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207496" cy="2895599"/>
          </a:xfrm>
        </p:spPr>
        <p:txBody>
          <a:bodyPr>
            <a:normAutofit/>
          </a:bodyPr>
          <a:lstStyle/>
          <a:p>
            <a:r>
              <a:rPr lang="ru-RU" sz="1700" dirty="0"/>
              <a:t>Для </a:t>
            </a:r>
            <a:r>
              <a:rPr lang="ru-RU" sz="1700" dirty="0" err="1"/>
              <a:t>заданої</a:t>
            </a:r>
            <a:r>
              <a:rPr lang="ru-RU" sz="1700" dirty="0"/>
              <a:t> </a:t>
            </a:r>
            <a:r>
              <a:rPr lang="ru-RU" sz="1700" dirty="0" err="1"/>
              <a:t>множини</a:t>
            </a:r>
            <a:r>
              <a:rPr lang="ru-RU" sz="1700" dirty="0"/>
              <a:t> </a:t>
            </a:r>
            <a:r>
              <a:rPr lang="ru-RU" sz="1700" dirty="0" err="1"/>
              <a:t>предметів</a:t>
            </a:r>
            <a:r>
              <a:rPr lang="ru-RU" sz="1700" dirty="0"/>
              <a:t>, </a:t>
            </a:r>
            <a:r>
              <a:rPr lang="ru-RU" sz="1700" dirty="0" err="1"/>
              <a:t>кожен</a:t>
            </a:r>
            <a:r>
              <a:rPr lang="ru-RU" sz="1700" dirty="0"/>
              <a:t> з </a:t>
            </a:r>
            <a:r>
              <a:rPr lang="ru-RU" sz="1700" dirty="0" err="1"/>
              <a:t>яких</a:t>
            </a:r>
            <a:r>
              <a:rPr lang="ru-RU" sz="1700" dirty="0"/>
              <a:t> </a:t>
            </a:r>
            <a:r>
              <a:rPr lang="ru-RU" sz="1700" dirty="0" err="1"/>
              <a:t>має</a:t>
            </a:r>
            <a:r>
              <a:rPr lang="ru-RU" sz="1700" dirty="0"/>
              <a:t> вагу і </a:t>
            </a:r>
            <a:r>
              <a:rPr lang="ru-RU" sz="1700" dirty="0" err="1"/>
              <a:t>цінність</a:t>
            </a:r>
            <a:r>
              <a:rPr lang="ru-RU" sz="1700" dirty="0"/>
              <a:t>, </a:t>
            </a:r>
            <a:r>
              <a:rPr lang="ru-RU" sz="1700" dirty="0" err="1"/>
              <a:t>визначити</a:t>
            </a:r>
            <a:r>
              <a:rPr lang="ru-RU" sz="1700" dirty="0"/>
              <a:t> яку </a:t>
            </a:r>
            <a:r>
              <a:rPr lang="ru-RU" sz="1700" dirty="0" err="1"/>
              <a:t>кількість</a:t>
            </a:r>
            <a:r>
              <a:rPr lang="ru-RU" sz="1700" dirty="0"/>
              <a:t> кожного з </a:t>
            </a:r>
            <a:r>
              <a:rPr lang="ru-RU" sz="1700" dirty="0" err="1"/>
              <a:t>предметів</a:t>
            </a:r>
            <a:r>
              <a:rPr lang="ru-RU" sz="1700" dirty="0"/>
              <a:t> </a:t>
            </a:r>
            <a:r>
              <a:rPr lang="ru-RU" sz="1700" dirty="0" err="1"/>
              <a:t>слід</a:t>
            </a:r>
            <a:r>
              <a:rPr lang="ru-RU" sz="1700" dirty="0"/>
              <a:t> </a:t>
            </a:r>
            <a:r>
              <a:rPr lang="ru-RU" sz="1700" dirty="0" err="1"/>
              <a:t>взяти</a:t>
            </a:r>
            <a:r>
              <a:rPr lang="ru-RU" sz="1700" dirty="0"/>
              <a:t>, так, </a:t>
            </a:r>
            <a:r>
              <a:rPr lang="ru-RU" sz="1700" dirty="0" err="1"/>
              <a:t>щоб</a:t>
            </a:r>
            <a:r>
              <a:rPr lang="ru-RU" sz="1700" dirty="0"/>
              <a:t> </a:t>
            </a:r>
            <a:r>
              <a:rPr lang="ru-RU" sz="1700" dirty="0" err="1"/>
              <a:t>сумарна</a:t>
            </a:r>
            <a:r>
              <a:rPr lang="ru-RU" sz="1700" dirty="0"/>
              <a:t> вага не </a:t>
            </a:r>
            <a:r>
              <a:rPr lang="ru-RU" sz="1700" dirty="0" err="1"/>
              <a:t>перевищувала</a:t>
            </a:r>
            <a:r>
              <a:rPr lang="ru-RU" sz="1700" dirty="0"/>
              <a:t> </a:t>
            </a:r>
            <a:r>
              <a:rPr lang="ru-RU" sz="1700" dirty="0" err="1"/>
              <a:t>задану</a:t>
            </a:r>
            <a:r>
              <a:rPr lang="ru-RU" sz="1700" dirty="0"/>
              <a:t>, а </a:t>
            </a:r>
            <a:r>
              <a:rPr lang="ru-RU" sz="1700" dirty="0" err="1"/>
              <a:t>сумарна</a:t>
            </a:r>
            <a:r>
              <a:rPr lang="ru-RU" sz="1700" dirty="0"/>
              <a:t> </a:t>
            </a:r>
            <a:r>
              <a:rPr lang="ru-RU" sz="1700" dirty="0" err="1"/>
              <a:t>цінність</a:t>
            </a:r>
            <a:r>
              <a:rPr lang="ru-RU" sz="1700" dirty="0"/>
              <a:t> </a:t>
            </a:r>
            <a:r>
              <a:rPr lang="ru-RU" sz="1700" dirty="0" err="1"/>
              <a:t>була</a:t>
            </a:r>
            <a:r>
              <a:rPr lang="ru-RU" sz="1700" dirty="0"/>
              <a:t> максимальною.</a:t>
            </a:r>
            <a:endParaRPr lang="uk-UA" sz="1700" dirty="0"/>
          </a:p>
        </p:txBody>
      </p:sp>
    </p:spTree>
    <p:extLst>
      <p:ext uri="{BB962C8B-B14F-4D97-AF65-F5344CB8AC3E}">
        <p14:creationId xmlns:p14="http://schemas.microsoft.com/office/powerpoint/2010/main" val="158969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0AE2609-0962-4959-AEDF-8B6153B0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Алгоритм розв'язання 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AAB2088F-AD06-4973-BF6D-922873974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uk-UA" sz="2500" dirty="0"/>
              <a:t>Створити всі можливі комбінації з наявних предметів</a:t>
            </a:r>
          </a:p>
          <a:p>
            <a:pPr>
              <a:buFont typeface="+mj-lt"/>
              <a:buAutoNum type="arabicPeriod"/>
            </a:pPr>
            <a:r>
              <a:rPr lang="uk-UA" sz="2500" dirty="0"/>
              <a:t>Підрахувати вагу кожної підмножини</a:t>
            </a:r>
          </a:p>
          <a:p>
            <a:pPr>
              <a:buFont typeface="+mj-lt"/>
              <a:buAutoNum type="arabicPeriod"/>
            </a:pPr>
            <a:r>
              <a:rPr lang="uk-UA" sz="2500" dirty="0"/>
              <a:t>Виокремити варіанти, які відповідають умові</a:t>
            </a:r>
          </a:p>
          <a:p>
            <a:pPr>
              <a:buFont typeface="+mj-lt"/>
              <a:buAutoNum type="arabicPeriod"/>
            </a:pPr>
            <a:r>
              <a:rPr lang="uk-UA" sz="2500" dirty="0"/>
              <a:t>Визначити ціну кожної підмножини з виокремлених варіантів</a:t>
            </a:r>
          </a:p>
          <a:p>
            <a:pPr>
              <a:buFont typeface="+mj-lt"/>
              <a:buAutoNum type="arabicPeriod"/>
            </a:pPr>
            <a:r>
              <a:rPr lang="uk-UA" sz="2500" dirty="0"/>
              <a:t>Обрати максимальне значення</a:t>
            </a:r>
          </a:p>
          <a:p>
            <a:pPr>
              <a:buFont typeface="+mj-lt"/>
              <a:buAutoNum type="arabicPeriod"/>
            </a:pP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543152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14D31-CAEE-4CA7-A420-6C6E0D16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реалізації мовою </a:t>
            </a:r>
            <a:r>
              <a:rPr lang="en-US" dirty="0"/>
              <a:t>Python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38BCF4-A40D-49BA-811E-C32172DB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sz="2900" dirty="0"/>
              <a:t>Для початку, </a:t>
            </a:r>
            <a:r>
              <a:rPr lang="uk-UA" sz="2900" dirty="0" err="1"/>
              <a:t>задамо</a:t>
            </a:r>
            <a:r>
              <a:rPr lang="uk-UA" sz="2900" dirty="0"/>
              <a:t> вхідні дані: 5 предметів та обмеження у вазі </a:t>
            </a:r>
            <a:r>
              <a:rPr lang="en-US" sz="2900" dirty="0"/>
              <a:t>-</a:t>
            </a:r>
            <a:r>
              <a:rPr lang="uk-UA" sz="2900" dirty="0"/>
              <a:t> 15</a:t>
            </a:r>
          </a:p>
          <a:p>
            <a:r>
              <a:rPr lang="uk-UA" sz="2900" dirty="0"/>
              <a:t>Для цього використаємо словник:</a:t>
            </a:r>
          </a:p>
          <a:p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3F390D-E9C0-47A9-A7F3-529ECEA9D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82" y="4471737"/>
            <a:ext cx="10668236" cy="677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096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14D31-CAEE-4CA7-A420-6C6E0D16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реалізації мовою </a:t>
            </a:r>
            <a:r>
              <a:rPr lang="en-US" dirty="0"/>
              <a:t>Python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38BCF4-A40D-49BA-811E-C32172DB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sz="2900" dirty="0"/>
              <a:t>1. Генеруємо всі можливі комбінації через </a:t>
            </a:r>
            <a:r>
              <a:rPr lang="en-US" sz="2900" dirty="0"/>
              <a:t>combinations()</a:t>
            </a:r>
            <a:endParaRPr lang="uk-UA" sz="2900" dirty="0"/>
          </a:p>
          <a:p>
            <a:endParaRPr lang="uk-UA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DD423B0-7622-45C0-8463-0CB1394E8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783" y="3756542"/>
            <a:ext cx="9124433" cy="190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843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14D31-CAEE-4CA7-A420-6C6E0D16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реалізації мовою </a:t>
            </a:r>
            <a:r>
              <a:rPr lang="en-US" dirty="0"/>
              <a:t>Python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38BCF4-A40D-49BA-811E-C32172DB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sz="2900" dirty="0"/>
              <a:t>2-3. Визначаємо вагу та відбираємо задовільні варіанти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571C0F-1A01-4036-9AED-EF9A04A4C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559" y="3706727"/>
            <a:ext cx="9826881" cy="195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06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14D31-CAEE-4CA7-A420-6C6E0D16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реалізації мовою </a:t>
            </a:r>
            <a:r>
              <a:rPr lang="en-US" dirty="0"/>
              <a:t>Python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38BCF4-A40D-49BA-811E-C32172DB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sz="2900" dirty="0"/>
              <a:t>4. Визначаємо ціну кожної відібраної підмножини</a:t>
            </a:r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D5AA15-C615-4A7A-925F-2287DAE47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52" y="3853127"/>
            <a:ext cx="10872095" cy="184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947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14D31-CAEE-4CA7-A420-6C6E0D16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реалізації мовою </a:t>
            </a:r>
            <a:r>
              <a:rPr lang="en-US" dirty="0"/>
              <a:t>Python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38BCF4-A40D-49BA-811E-C32172DB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sz="2900" dirty="0"/>
              <a:t>5. Обираємо максимальне значення</a:t>
            </a:r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C755885-9064-4341-8806-AF79F5B0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526" y="3258951"/>
            <a:ext cx="6930267" cy="1693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967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114D31-CAEE-4CA7-A420-6C6E0D167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Приклад реалізації мовою </a:t>
            </a:r>
            <a:r>
              <a:rPr lang="en-US" dirty="0"/>
              <a:t>Python</a:t>
            </a:r>
            <a:endParaRPr lang="uk-UA" dirty="0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F338BCF4-A40D-49BA-811E-C32172DB4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uk-UA" sz="2900" dirty="0"/>
              <a:t>Таким чином, отримуємо розв'язок</a:t>
            </a:r>
          </a:p>
          <a:p>
            <a:endParaRPr lang="uk-UA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6F7A25D-A8ED-4AED-B072-9B0E9F22E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28" y="3244701"/>
            <a:ext cx="11412543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314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FCF13-3905-4CB8-A29A-73A85C8D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Складність алгоритму та підсумок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60CE85-E299-4611-9D82-88C3DAE3BF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500" dirty="0" err="1"/>
              <a:t>Кожен</a:t>
            </a:r>
            <a:r>
              <a:rPr lang="ru-RU" sz="2500" dirty="0"/>
              <a:t> предмет </a:t>
            </a:r>
            <a:r>
              <a:rPr lang="ru-RU" sz="2500" dirty="0" err="1"/>
              <a:t>має</a:t>
            </a:r>
            <a:r>
              <a:rPr lang="ru-RU" sz="2500" dirty="0"/>
              <a:t> два </a:t>
            </a:r>
            <a:r>
              <a:rPr lang="ru-RU" sz="2500" dirty="0" err="1"/>
              <a:t>стани</a:t>
            </a:r>
            <a:r>
              <a:rPr lang="ru-RU" sz="2500" dirty="0"/>
              <a:t> - </a:t>
            </a:r>
            <a:r>
              <a:rPr lang="ru-RU" sz="2500" dirty="0" err="1"/>
              <a:t>взяти</a:t>
            </a:r>
            <a:r>
              <a:rPr lang="ru-RU" sz="2500" dirty="0"/>
              <a:t> </a:t>
            </a:r>
            <a:r>
              <a:rPr lang="ru-RU" sz="2500" dirty="0" err="1"/>
              <a:t>або</a:t>
            </a:r>
            <a:r>
              <a:rPr lang="ru-RU" sz="2500" dirty="0"/>
              <a:t> не </a:t>
            </a:r>
            <a:r>
              <a:rPr lang="ru-RU" sz="2500" dirty="0" err="1"/>
              <a:t>взяти</a:t>
            </a:r>
            <a:r>
              <a:rPr lang="ru-RU" sz="2500" dirty="0"/>
              <a:t>. Тому, </a:t>
            </a:r>
            <a:r>
              <a:rPr lang="ru-RU" sz="2500" dirty="0" err="1"/>
              <a:t>загальна</a:t>
            </a:r>
            <a:r>
              <a:rPr lang="ru-RU" sz="2500" dirty="0"/>
              <a:t> </a:t>
            </a:r>
            <a:r>
              <a:rPr lang="ru-RU" sz="2500" dirty="0" err="1"/>
              <a:t>кількість</a:t>
            </a:r>
            <a:r>
              <a:rPr lang="ru-RU" sz="2500" dirty="0"/>
              <a:t> </a:t>
            </a:r>
            <a:r>
              <a:rPr lang="ru-RU" sz="2500" dirty="0" err="1"/>
              <a:t>комбінацій</a:t>
            </a:r>
            <a:r>
              <a:rPr lang="ru-RU" sz="2500" dirty="0"/>
              <a:t> </a:t>
            </a:r>
            <a:r>
              <a:rPr lang="ru-RU" sz="2500" dirty="0" err="1"/>
              <a:t>дорівнює</a:t>
            </a:r>
            <a:r>
              <a:rPr lang="ru-RU" sz="2500" dirty="0"/>
              <a:t> 2^n, час </a:t>
            </a:r>
            <a:r>
              <a:rPr lang="ru-RU" sz="2500" dirty="0" err="1"/>
              <a:t>роботи</a:t>
            </a:r>
            <a:r>
              <a:rPr lang="ru-RU" sz="2500" dirty="0"/>
              <a:t> алгоритму з </a:t>
            </a:r>
            <a:r>
              <a:rPr lang="ru-RU" sz="2500" dirty="0" err="1"/>
              <a:t>вичерпним</a:t>
            </a:r>
            <a:r>
              <a:rPr lang="ru-RU" sz="2500" dirty="0"/>
              <a:t> перебором:</a:t>
            </a:r>
            <a:r>
              <a:rPr lang="en-US" sz="2500" dirty="0"/>
              <a:t> O(2^n)</a:t>
            </a:r>
            <a:endParaRPr lang="uk-UA" sz="2500" dirty="0"/>
          </a:p>
          <a:p>
            <a:r>
              <a:rPr lang="uk-UA" sz="2500" dirty="0"/>
              <a:t>Алгоритм вкрай неефективний - при збільшенні елементів він стає непридатним, адже може призвести до нестачі оперативної пам'яті, тому програма завершиться аварійно</a:t>
            </a:r>
          </a:p>
        </p:txBody>
      </p:sp>
    </p:spTree>
    <p:extLst>
      <p:ext uri="{BB962C8B-B14F-4D97-AF65-F5344CB8AC3E}">
        <p14:creationId xmlns:p14="http://schemas.microsoft.com/office/powerpoint/2010/main" val="394826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FCF13-3905-4CB8-A29A-73A85C8D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Додаткова інформація</a:t>
            </a:r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E60CE85-E299-4611-9D82-88C3DAE3B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297" y="2459421"/>
            <a:ext cx="10385405" cy="3689131"/>
          </a:xfrm>
        </p:spPr>
        <p:txBody>
          <a:bodyPr>
            <a:noAutofit/>
          </a:bodyPr>
          <a:lstStyle/>
          <a:p>
            <a:r>
              <a:rPr lang="uk-UA" sz="1700" dirty="0"/>
              <a:t>Тут я хочу навести посилання на альтернативні методи розв'язання даної задачі:</a:t>
            </a:r>
          </a:p>
          <a:p>
            <a:pPr lvl="1"/>
            <a:r>
              <a:rPr lang="uk-UA" sz="1700" dirty="0"/>
              <a:t>Порівняння методу грубої сили та динамічного програмування: </a:t>
            </a:r>
            <a:r>
              <a:rPr lang="en-US" sz="1700" dirty="0">
                <a:hlinkClick r:id="rId2"/>
              </a:rPr>
              <a:t>https://ua.linkedin.com/pulse/knapsack-problem-brute-force-vs-dynamic-programming-ouma-winnie-8fvtf?tl=uk</a:t>
            </a:r>
            <a:endParaRPr lang="uk-UA" sz="1700" dirty="0"/>
          </a:p>
          <a:p>
            <a:pPr lvl="1"/>
            <a:r>
              <a:rPr lang="uk-UA" sz="1700" dirty="0"/>
              <a:t>Розв'язок задачі за допомогою жадібного алгоритму, але він </a:t>
            </a:r>
            <a:r>
              <a:rPr lang="ru-RU" sz="1700" dirty="0" err="1"/>
              <a:t>застосовується</a:t>
            </a:r>
            <a:r>
              <a:rPr lang="ru-RU" sz="1700" dirty="0"/>
              <a:t> </a:t>
            </a:r>
            <a:r>
              <a:rPr lang="ru-RU" sz="1700" dirty="0" err="1"/>
              <a:t>виключно</a:t>
            </a:r>
            <a:r>
              <a:rPr lang="ru-RU" sz="1700" dirty="0"/>
              <a:t>, коли </a:t>
            </a:r>
            <a:r>
              <a:rPr lang="ru-RU" sz="1700" dirty="0" err="1"/>
              <a:t>предмети</a:t>
            </a:r>
            <a:r>
              <a:rPr lang="ru-RU" sz="1700" dirty="0"/>
              <a:t> </a:t>
            </a:r>
            <a:r>
              <a:rPr lang="ru-RU" sz="1700" dirty="0" err="1"/>
              <a:t>можна</a:t>
            </a:r>
            <a:r>
              <a:rPr lang="ru-RU" sz="1700" dirty="0"/>
              <a:t> </a:t>
            </a:r>
            <a:r>
              <a:rPr lang="ru-RU" sz="1700" dirty="0" err="1"/>
              <a:t>ділити</a:t>
            </a:r>
            <a:r>
              <a:rPr lang="ru-RU" sz="1700" dirty="0"/>
              <a:t> на </a:t>
            </a:r>
            <a:r>
              <a:rPr lang="ru-RU" sz="1700" dirty="0" err="1"/>
              <a:t>частини</a:t>
            </a:r>
            <a:r>
              <a:rPr lang="en-US" sz="1700" dirty="0"/>
              <a:t> (Fractional Knapsack Problem)</a:t>
            </a:r>
            <a:r>
              <a:rPr lang="ru-RU" sz="1700" dirty="0"/>
              <a:t>. Метод </a:t>
            </a:r>
            <a:r>
              <a:rPr lang="ru-RU" sz="1700" dirty="0" err="1"/>
              <a:t>обирає</a:t>
            </a:r>
            <a:r>
              <a:rPr lang="ru-RU" sz="1700" dirty="0"/>
              <a:t> </a:t>
            </a:r>
            <a:r>
              <a:rPr lang="ru-RU" sz="1700" dirty="0" err="1"/>
              <a:t>предмети</a:t>
            </a:r>
            <a:r>
              <a:rPr lang="ru-RU" sz="1700" dirty="0"/>
              <a:t> з </a:t>
            </a:r>
            <a:r>
              <a:rPr lang="ru-RU" sz="1700" dirty="0" err="1"/>
              <a:t>найвищою</a:t>
            </a:r>
            <a:r>
              <a:rPr lang="ru-RU" sz="1700" dirty="0"/>
              <a:t> </a:t>
            </a:r>
            <a:r>
              <a:rPr lang="ru-RU" sz="1700" dirty="0" err="1"/>
              <a:t>питомою</a:t>
            </a:r>
            <a:r>
              <a:rPr lang="ru-RU" sz="1700" dirty="0"/>
              <a:t> </a:t>
            </a:r>
            <a:r>
              <a:rPr lang="ru-RU" sz="1700" dirty="0" err="1"/>
              <a:t>цінністю</a:t>
            </a:r>
            <a:r>
              <a:rPr lang="ru-RU" sz="1700" dirty="0"/>
              <a:t> на </a:t>
            </a:r>
            <a:r>
              <a:rPr lang="ru-RU" sz="1700" dirty="0" err="1"/>
              <a:t>одиницю</a:t>
            </a:r>
            <a:r>
              <a:rPr lang="ru-RU" sz="1700" dirty="0"/>
              <a:t> ваги, </a:t>
            </a:r>
            <a:r>
              <a:rPr lang="ru-RU" sz="1700" dirty="0" err="1"/>
              <a:t>сортуючи</a:t>
            </a:r>
            <a:r>
              <a:rPr lang="ru-RU" sz="1700" dirty="0"/>
              <a:t> </a:t>
            </a:r>
            <a:r>
              <a:rPr lang="ru-RU" sz="1700" dirty="0" err="1"/>
              <a:t>їх</a:t>
            </a:r>
            <a:r>
              <a:rPr lang="ru-RU" sz="1700" dirty="0"/>
              <a:t> за </a:t>
            </a:r>
            <a:r>
              <a:rPr lang="ru-RU" sz="1700" dirty="0" err="1"/>
              <a:t>цим</a:t>
            </a:r>
            <a:r>
              <a:rPr lang="ru-RU" sz="1700" dirty="0"/>
              <a:t> </a:t>
            </a:r>
            <a:r>
              <a:rPr lang="ru-RU" sz="1700" dirty="0" err="1"/>
              <a:t>показником</a:t>
            </a:r>
            <a:r>
              <a:rPr lang="ru-RU" sz="1700" dirty="0"/>
              <a:t> і </a:t>
            </a:r>
            <a:r>
              <a:rPr lang="ru-RU" sz="1700" dirty="0" err="1"/>
              <a:t>додаючи</a:t>
            </a:r>
            <a:r>
              <a:rPr lang="ru-RU" sz="1700" dirty="0"/>
              <a:t> по </a:t>
            </a:r>
            <a:r>
              <a:rPr lang="ru-RU" sz="1700" dirty="0" err="1"/>
              <a:t>черзі</a:t>
            </a:r>
            <a:r>
              <a:rPr lang="ru-RU" sz="1700" dirty="0"/>
              <a:t>: </a:t>
            </a:r>
            <a:r>
              <a:rPr lang="en-US" sz="1700" dirty="0">
                <a:hlinkClick r:id="rId3"/>
              </a:rPr>
              <a:t>https://www.youtube.com/watch?v=oTTzNMHM05I</a:t>
            </a:r>
            <a:endParaRPr lang="uk-UA" sz="1700" dirty="0"/>
          </a:p>
          <a:p>
            <a:pPr lvl="1"/>
            <a:r>
              <a:rPr lang="uk-UA" sz="1700" dirty="0"/>
              <a:t>Розв'язання через метод гілок і меж. Цей алгоритм </a:t>
            </a:r>
            <a:r>
              <a:rPr lang="ru-RU" sz="1700" dirty="0" err="1"/>
              <a:t>знаходить</a:t>
            </a:r>
            <a:r>
              <a:rPr lang="ru-RU" sz="1700" dirty="0"/>
              <a:t> </a:t>
            </a:r>
            <a:r>
              <a:rPr lang="ru-RU" sz="1700" dirty="0" err="1"/>
              <a:t>точний</a:t>
            </a:r>
            <a:r>
              <a:rPr lang="ru-RU" sz="1700" dirty="0"/>
              <a:t> </a:t>
            </a:r>
            <a:r>
              <a:rPr lang="ru-RU" sz="1700" dirty="0" err="1"/>
              <a:t>розв'язок</a:t>
            </a:r>
            <a:r>
              <a:rPr lang="ru-RU" sz="1700" dirty="0"/>
              <a:t>, </a:t>
            </a:r>
            <a:r>
              <a:rPr lang="ru-RU" sz="1700" dirty="0" err="1"/>
              <a:t>послідовно</a:t>
            </a:r>
            <a:r>
              <a:rPr lang="ru-RU" sz="1700" dirty="0"/>
              <a:t> </a:t>
            </a:r>
            <a:r>
              <a:rPr lang="ru-RU" sz="1700" dirty="0" err="1"/>
              <a:t>розгалужуючи</a:t>
            </a:r>
            <a:r>
              <a:rPr lang="ru-RU" sz="1700" dirty="0"/>
              <a:t> </a:t>
            </a:r>
            <a:r>
              <a:rPr lang="ru-RU" sz="1700" dirty="0" err="1"/>
              <a:t>множину</a:t>
            </a:r>
            <a:r>
              <a:rPr lang="ru-RU" sz="1700" dirty="0"/>
              <a:t> </a:t>
            </a:r>
            <a:r>
              <a:rPr lang="ru-RU" sz="1700" dirty="0" err="1"/>
              <a:t>допустимих</a:t>
            </a:r>
            <a:r>
              <a:rPr lang="ru-RU" sz="1700" dirty="0"/>
              <a:t> </a:t>
            </a:r>
            <a:r>
              <a:rPr lang="ru-RU" sz="1700" dirty="0" err="1"/>
              <a:t>рішень</a:t>
            </a:r>
            <a:r>
              <a:rPr lang="ru-RU" sz="1700" dirty="0"/>
              <a:t> і </a:t>
            </a:r>
            <a:r>
              <a:rPr lang="ru-RU" sz="1700" dirty="0" err="1"/>
              <a:t>відсікаючи</a:t>
            </a:r>
            <a:r>
              <a:rPr lang="ru-RU" sz="1700" dirty="0"/>
              <a:t> </a:t>
            </a:r>
            <a:r>
              <a:rPr lang="ru-RU" sz="1700" dirty="0" err="1"/>
              <a:t>ті</a:t>
            </a:r>
            <a:r>
              <a:rPr lang="ru-RU" sz="1700" dirty="0"/>
              <a:t>, </a:t>
            </a:r>
            <a:r>
              <a:rPr lang="ru-RU" sz="1700" dirty="0" err="1"/>
              <a:t>що</a:t>
            </a:r>
            <a:r>
              <a:rPr lang="ru-RU" sz="1700" dirty="0"/>
              <a:t> не </a:t>
            </a:r>
            <a:r>
              <a:rPr lang="ru-RU" sz="1700" dirty="0" err="1"/>
              <a:t>можуть</a:t>
            </a:r>
            <a:r>
              <a:rPr lang="ru-RU" sz="1700" dirty="0"/>
              <a:t> </a:t>
            </a:r>
            <a:r>
              <a:rPr lang="ru-RU" sz="1700" dirty="0" err="1"/>
              <a:t>містити</a:t>
            </a:r>
            <a:r>
              <a:rPr lang="ru-RU" sz="1700" dirty="0"/>
              <a:t> </a:t>
            </a:r>
            <a:r>
              <a:rPr lang="ru-RU" sz="1700" dirty="0" err="1"/>
              <a:t>кращого</a:t>
            </a:r>
            <a:r>
              <a:rPr lang="ru-RU" sz="1700" dirty="0"/>
              <a:t> результату: </a:t>
            </a:r>
            <a:r>
              <a:rPr lang="en-US" sz="1700" dirty="0">
                <a:hlinkClick r:id="rId4"/>
              </a:rPr>
              <a:t>https://www.youtube.com/watch?v=yV1d-b_NeK8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636769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Зал засідань">
  <a:themeElements>
    <a:clrScheme name="Зал засідань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Зал засідань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Зал засідань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154</TotalTime>
  <Words>429</Words>
  <Application>Microsoft Office PowerPoint</Application>
  <PresentationFormat>Широкий екран</PresentationFormat>
  <Paragraphs>35</Paragraphs>
  <Slides>12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Зал засідань</vt:lpstr>
      <vt:lpstr>Вичерпний перебір. Задача про рюкзак методом грубої сили</vt:lpstr>
      <vt:lpstr>Основні терміни</vt:lpstr>
      <vt:lpstr>Задача</vt:lpstr>
      <vt:lpstr>Алгоритм розв'язання </vt:lpstr>
      <vt:lpstr>Приклад реалізації мовою Python</vt:lpstr>
      <vt:lpstr>Приклад реалізації мовою Python</vt:lpstr>
      <vt:lpstr>Приклад реалізації мовою Python</vt:lpstr>
      <vt:lpstr>Приклад реалізації мовою Python</vt:lpstr>
      <vt:lpstr>Приклад реалізації мовою Python</vt:lpstr>
      <vt:lpstr>Приклад реалізації мовою Python</vt:lpstr>
      <vt:lpstr>Складність алгоритму та підсумок</vt:lpstr>
      <vt:lpstr>Додаткова інформація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Вичерпний перебір. Задача про рюкзак методом грубої сили</dc:title>
  <dc:creator>Анна Габараєва</dc:creator>
  <cp:lastModifiedBy>Анна Габараєва</cp:lastModifiedBy>
  <cp:revision>11</cp:revision>
  <dcterms:created xsi:type="dcterms:W3CDTF">2026-03-16T15:55:06Z</dcterms:created>
  <dcterms:modified xsi:type="dcterms:W3CDTF">2026-03-23T21:43:34Z</dcterms:modified>
</cp:coreProperties>
</file>